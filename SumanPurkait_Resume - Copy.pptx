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794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, Vaishnavi (Cognizant)" userId="964c48ba-f701-41be-9782-404da6485bb2" providerId="ADAL" clId="{A1B42A13-C292-48B4-9259-1C1A028AB707}"/>
    <pc:docChg chg="undo custSel modSld">
      <pc:chgData name="Venkatesh, Vaishnavi (Cognizant)" userId="964c48ba-f701-41be-9782-404da6485bb2" providerId="ADAL" clId="{A1B42A13-C292-48B4-9259-1C1A028AB707}" dt="2025-08-13T11:04:36.358" v="22" actId="1076"/>
      <pc:docMkLst>
        <pc:docMk/>
      </pc:docMkLst>
      <pc:sldChg chg="modSp mod">
        <pc:chgData name="Venkatesh, Vaishnavi (Cognizant)" userId="964c48ba-f701-41be-9782-404da6485bb2" providerId="ADAL" clId="{A1B42A13-C292-48B4-9259-1C1A028AB707}" dt="2025-08-13T11:04:36.358" v="22" actId="1076"/>
        <pc:sldMkLst>
          <pc:docMk/>
          <pc:sldMk cId="1380596081" sldId="2147479456"/>
        </pc:sldMkLst>
        <pc:spChg chg="mod">
          <ac:chgData name="Venkatesh, Vaishnavi (Cognizant)" userId="964c48ba-f701-41be-9782-404da6485bb2" providerId="ADAL" clId="{A1B42A13-C292-48B4-9259-1C1A028AB707}" dt="2025-08-13T10:37:08.448" v="4" actId="1076"/>
          <ac:spMkLst>
            <pc:docMk/>
            <pc:sldMk cId="1380596081" sldId="2147479456"/>
            <ac:spMk id="2" creationId="{820D6961-A00C-DED6-0CE3-C037A211BDC4}"/>
          </ac:spMkLst>
        </pc:spChg>
        <pc:spChg chg="mod">
          <ac:chgData name="Venkatesh, Vaishnavi (Cognizant)" userId="964c48ba-f701-41be-9782-404da6485bb2" providerId="ADAL" clId="{A1B42A13-C292-48B4-9259-1C1A028AB707}" dt="2025-08-13T10:37:49.193" v="11" actId="14100"/>
          <ac:spMkLst>
            <pc:docMk/>
            <pc:sldMk cId="1380596081" sldId="2147479456"/>
            <ac:spMk id="4" creationId="{E5532129-8C57-EDA0-9AE7-6953834E9C10}"/>
          </ac:spMkLst>
        </pc:spChg>
        <pc:spChg chg="mod">
          <ac:chgData name="Venkatesh, Vaishnavi (Cognizant)" userId="964c48ba-f701-41be-9782-404da6485bb2" providerId="ADAL" clId="{A1B42A13-C292-48B4-9259-1C1A028AB707}" dt="2025-08-13T10:36:59.580" v="3" actId="1076"/>
          <ac:spMkLst>
            <pc:docMk/>
            <pc:sldMk cId="1380596081" sldId="2147479456"/>
            <ac:spMk id="8" creationId="{183112A9-6B42-6C32-A236-7981F66F726D}"/>
          </ac:spMkLst>
        </pc:spChg>
        <pc:spChg chg="mod">
          <ac:chgData name="Venkatesh, Vaishnavi (Cognizant)" userId="964c48ba-f701-41be-9782-404da6485bb2" providerId="ADAL" clId="{A1B42A13-C292-48B4-9259-1C1A028AB707}" dt="2025-08-13T10:38:02.013" v="14" actId="1076"/>
          <ac:spMkLst>
            <pc:docMk/>
            <pc:sldMk cId="1380596081" sldId="2147479456"/>
            <ac:spMk id="9" creationId="{7E81CE90-F33D-6797-7679-809D5FD0AB21}"/>
          </ac:spMkLst>
        </pc:spChg>
        <pc:spChg chg="mod">
          <ac:chgData name="Venkatesh, Vaishnavi (Cognizant)" userId="964c48ba-f701-41be-9782-404da6485bb2" providerId="ADAL" clId="{A1B42A13-C292-48B4-9259-1C1A028AB707}" dt="2025-08-13T10:38:16.260" v="18" actId="1076"/>
          <ac:spMkLst>
            <pc:docMk/>
            <pc:sldMk cId="1380596081" sldId="2147479456"/>
            <ac:spMk id="10" creationId="{166A2D2A-7185-754F-62DE-6624972C7786}"/>
          </ac:spMkLst>
        </pc:spChg>
        <pc:spChg chg="mod">
          <ac:chgData name="Venkatesh, Vaishnavi (Cognizant)" userId="964c48ba-f701-41be-9782-404da6485bb2" providerId="ADAL" clId="{A1B42A13-C292-48B4-9259-1C1A028AB707}" dt="2025-08-13T10:38:20.367" v="19" actId="1076"/>
          <ac:spMkLst>
            <pc:docMk/>
            <pc:sldMk cId="1380596081" sldId="2147479456"/>
            <ac:spMk id="11" creationId="{3F901466-2B1F-6F55-80AD-E3618CDFBBE3}"/>
          </ac:spMkLst>
        </pc:spChg>
        <pc:spChg chg="mod">
          <ac:chgData name="Venkatesh, Vaishnavi (Cognizant)" userId="964c48ba-f701-41be-9782-404da6485bb2" providerId="ADAL" clId="{A1B42A13-C292-48B4-9259-1C1A028AB707}" dt="2025-08-13T11:04:29.933" v="21" actId="1076"/>
          <ac:spMkLst>
            <pc:docMk/>
            <pc:sldMk cId="1380596081" sldId="2147479456"/>
            <ac:spMk id="12" creationId="{85C31DD8-566D-4939-5ED7-CD75196D96DB}"/>
          </ac:spMkLst>
        </pc:spChg>
        <pc:spChg chg="mod">
          <ac:chgData name="Venkatesh, Vaishnavi (Cognizant)" userId="964c48ba-f701-41be-9782-404da6485bb2" providerId="ADAL" clId="{A1B42A13-C292-48B4-9259-1C1A028AB707}" dt="2025-08-13T10:38:08.192" v="16" actId="1076"/>
          <ac:spMkLst>
            <pc:docMk/>
            <pc:sldMk cId="1380596081" sldId="2147479456"/>
            <ac:spMk id="13" creationId="{F170C09F-A165-0900-906A-7C19998268D4}"/>
          </ac:spMkLst>
        </pc:spChg>
        <pc:spChg chg="mod">
          <ac:chgData name="Venkatesh, Vaishnavi (Cognizant)" userId="964c48ba-f701-41be-9782-404da6485bb2" providerId="ADAL" clId="{A1B42A13-C292-48B4-9259-1C1A028AB707}" dt="2025-08-13T11:04:36.358" v="22" actId="1076"/>
          <ac:spMkLst>
            <pc:docMk/>
            <pc:sldMk cId="1380596081" sldId="2147479456"/>
            <ac:spMk id="14" creationId="{5FE67493-A544-B1E1-EB2D-BAFF5477B486}"/>
          </ac:spMkLst>
        </pc:spChg>
        <pc:spChg chg="mod">
          <ac:chgData name="Venkatesh, Vaishnavi (Cognizant)" userId="964c48ba-f701-41be-9782-404da6485bb2" providerId="ADAL" clId="{A1B42A13-C292-48B4-9259-1C1A028AB707}" dt="2025-08-13T10:37:53.095" v="12" actId="1076"/>
          <ac:spMkLst>
            <pc:docMk/>
            <pc:sldMk cId="1380596081" sldId="2147479456"/>
            <ac:spMk id="15" creationId="{F9DDC002-81AF-0510-5DF4-55237ADFC8B7}"/>
          </ac:spMkLst>
        </pc:spChg>
        <pc:spChg chg="mod">
          <ac:chgData name="Venkatesh, Vaishnavi (Cognizant)" userId="964c48ba-f701-41be-9782-404da6485bb2" providerId="ADAL" clId="{A1B42A13-C292-48B4-9259-1C1A028AB707}" dt="2025-08-13T11:04:20.929" v="20" actId="1076"/>
          <ac:spMkLst>
            <pc:docMk/>
            <pc:sldMk cId="1380596081" sldId="2147479456"/>
            <ac:spMk id="16" creationId="{DF25CD78-33A7-0A47-3F90-9F4550B422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A389-9074-464A-BB3D-F28AE4FE9DB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A7BD2-04CB-483C-B0ED-90F5B6A67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94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C4AA-C8F5-6C95-89B4-86A2A4A6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6F8F3746-799E-59AC-E7C5-8D114062B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DE2FA2A7-E28D-0636-CD00-D10E4812E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08FDA3-05C8-F5F9-24F4-AB72174CF6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2024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7091EC-13D6-D06D-E139-64A011A8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EFD08-C94F-6048-8AD6-4B7ED2EB73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9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4F7E-97AF-DD3A-1C3A-35CD050C0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0D280-A41A-AE94-F757-B638C6AD9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E8A85-67EF-C3E9-2D99-5455AC11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91A21-3352-CC52-0CE8-D2E02305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D88F0-BE42-EA57-8B50-97D9329D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9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54686-54CB-A7E1-FB06-B56C11B7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4B0F0-7EA3-39D4-D6C2-F797158C0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AEFD6-16C8-6A3D-24D7-43773374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5B8F9-5137-3CED-396F-ADCA1815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0AE54-7D15-5D83-8409-8E805B89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66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A9D8-A634-D764-5525-89B23816A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DF4BE-BC44-D387-34A0-B83305603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8585-FB53-B54A-DB84-4B4FF122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0378C-E47B-04B2-7EDB-D9E5134B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B6A79-E077-9673-A351-362466FD0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19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8F67E-61DC-0CE9-90AC-CE8C1F5E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95F7-0246-EB1E-BD09-3CEFBB1ED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6EC7F-46D3-5499-C366-5201CA47B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6A539-21B7-D2E5-6DD6-CFA48CA9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355FB-F6B7-508B-C9A2-38745745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9F188-C39B-EDD5-F6F6-B0BB12E3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76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6F69-B0DA-0E52-E752-0B7EBA67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3E9B4-1D75-1F10-C539-BCC921967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AEA78-BB52-A059-B0F5-EC66AC702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C7330-F727-5A57-ED34-CC8ACCCF7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62C04-8FA9-5E93-06BA-B0B3535D8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59D5A-A18B-EF32-D7D4-53052569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4DA06-1C57-AB13-6A59-C787A2A55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A4049-F89D-5628-E8DC-6BEB8D49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79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A31EE-4361-934B-2D62-C6570789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C8AD7-48A4-B293-CCF9-0448060E6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22FAC-AB92-D800-E181-97D46826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0C81E-660D-6985-AEAE-19C2F0D2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21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3332BC-2D8C-F81E-BFA0-E51F9670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14938-75D0-5A74-E811-E068C98A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930BF-EBF1-C5A2-7C4E-AE4A014B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10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3E4D-0494-0FBF-69BC-F7E29403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1A195-C106-10E1-E9C8-D09331285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ED6BD-D13B-63A0-1AD6-949572396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C27F5-2B22-D4A7-5BB3-8C99542D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746F9-FA48-6089-BF5B-1B71ED4F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A3BD9-EC47-AF4F-6BCE-1A8DDDA9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752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BF3C5-B6D0-AFA1-E9CC-6FAA3AAA4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2EB0C0-09BC-ACCC-26E5-51A62033F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986E-0E69-AB17-CCED-F6D2B8090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18A77-85E7-0B3F-195D-4F0EE48A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7AFB2-8085-D104-A674-FCCE40EA2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941AF-D739-3ABB-B540-5584CB1C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33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2797-685F-BBD8-46F4-9CCC4505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E0D0C-FF89-01D3-C317-685E791CC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F164F-7852-C39A-0861-E17D3810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A81C5-4976-973B-6313-723F407B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17B52-77BA-2FDB-D8F4-E023B0D1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24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ED9CB-1C87-800D-C54F-9BCEC2BA6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AA47F-0BB8-C066-CD75-96C938191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D35D7-97A4-499E-4584-4ADC0C63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C9CD7-1941-69C2-BA8A-34205ABD9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D8234-6151-8649-4B7A-E52AEDFD7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5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61392A-4425-8AE4-D756-57070CE2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56887-0856-8EEF-A645-ED8EBC74C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4380B-40D0-00B8-B546-1B718C470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96857-5D78-4013-B656-EBA1D946DAC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FE7C4-25C6-6FB8-286E-FE319B549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E5488-8700-3813-B6AE-9BC6068EF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87451-FE9A-4B23-8296-03D40C990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66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2FA70-F6CB-713E-04C4-8EAB47956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BB8501A-44BE-9186-C3C5-73A24D84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664797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Suman Purkait</a:t>
            </a:r>
            <a:r>
              <a:rPr lang="en-US" sz="2700" noProof="0" dirty="0"/>
              <a:t> – Software Development Engineer in Test</a:t>
            </a:r>
            <a:br>
              <a:rPr lang="en-IN" noProof="0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C0BE8-4A08-BC6C-99BD-9F8591F65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0D6961-A00C-DED6-0CE3-C037A211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33617"/>
            <a:ext cx="4114800" cy="365125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532129-8C57-EDA0-9AE7-6953834E9C10}"/>
              </a:ext>
            </a:extLst>
          </p:cNvPr>
          <p:cNvSpPr/>
          <p:nvPr/>
        </p:nvSpPr>
        <p:spPr>
          <a:xfrm>
            <a:off x="457200" y="740228"/>
            <a:ext cx="7734302" cy="11487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R="0" lvl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3.5 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ears of experience in IT industry as a 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Software Test Engineer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specializing in Core Banking Systems &amp; Credit Risk Management. Extensive expertise in functional, integration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and regression testing for banking modules e.g. Card &amp; Payments and Business Credit Reports, Risk Solutions etc. Skilled in created and executed test cases and developed and maintained automation test scripts and coordinating with cross-functional stakeholders to deliver high quality, on-time releases.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CED03-F883-E774-A0B3-AE219A0F5582}"/>
              </a:ext>
            </a:extLst>
          </p:cNvPr>
          <p:cNvSpPr/>
          <p:nvPr/>
        </p:nvSpPr>
        <p:spPr>
          <a:xfrm>
            <a:off x="304801" y="1937328"/>
            <a:ext cx="78867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142859" marR="0" lvl="0" indent="-142859" algn="l" defTabSz="76191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Tx/>
              <a:buNone/>
              <a:tabLst>
                <a:tab pos="857152" algn="l"/>
              </a:tabLst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Arial" panose="020B0604020202020204" pitchFamily="34" charset="0"/>
              </a:rPr>
              <a:t>Important Projects and Contributions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3112A9-6B42-6C32-A236-7981F66F726D}"/>
              </a:ext>
            </a:extLst>
          </p:cNvPr>
          <p:cNvSpPr txBox="1"/>
          <p:nvPr/>
        </p:nvSpPr>
        <p:spPr>
          <a:xfrm>
            <a:off x="350520" y="2291595"/>
            <a:ext cx="73761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2" indent="-171450" defTabSz="609585" fontAlgn="base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</a:rPr>
              <a:t>More than 2 years of experience for Business Credit &amp; Risk industry related testing of experience in for both SIT and UAT and 1 year 5 months of experience in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Cards and Payments testing </a:t>
            </a:r>
            <a:r>
              <a:rPr lang="en-US" sz="1000" dirty="0">
                <a:latin typeface="Arial" panose="020B0604020202020204" pitchFamily="34" charset="0"/>
              </a:rPr>
              <a:t>for SIT.</a:t>
            </a:r>
          </a:p>
          <a:p>
            <a:pPr marL="171450" lvl="2" indent="-171450" defTabSz="609585" fontAlgn="base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Validated merchant onboarding and maintenance workflows, including the setup of merchant profiles to ensure operational accuracy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</a:p>
          <a:p>
            <a:pPr marL="171450" lvl="2" indent="-171450" defTabSz="609585" fontAlgn="base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Designed and executed manual test cases for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Cards and Payments 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like Card Acquiring, transaction processing, Dispute Processing, Acquiring Fraud, Authorization, Settlement and payment gateway modules.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Created and executed test plans, test cases, and test scripts based on functional and technical specifications.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Conducted Functional, Regression, Integration, and UAT (User Acceptance Testing) for Credit Risk Management applications.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Analyzed functional specifications, business requirements, and system design documents to develop detailed and effective test scenarios and test cases.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Coordinated with business analysts and developers to understand requirements and clarify functionality.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Logged and tracked defects using tools like JIRA, ensuring timely resolution.</a:t>
            </a:r>
          </a:p>
          <a:p>
            <a:pPr marL="171450" lvl="2" indent="-171450" defTabSz="609585" fontAlgn="base"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Participated in data migration testing and validation during core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Credit Risk Management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system upgrades or transitions.</a:t>
            </a:r>
          </a:p>
          <a:p>
            <a:pPr marL="171450" lvl="2" indent="-171450" defTabSz="609585" fontAlgn="base"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Conducted API testing for integration between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Credit Risk Management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systems and third-party applications.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Simulated real-time banking scenarios to test system reliability, performance, and compliance.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Collaborated with test automation teams to design automation scripts for repetitive test cases using tools like Selenium.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Prepared detailed test summary reports and dashboards for stakeholders.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Conducted risk-based testing to prioritize critical scenarios during tight deadlines.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Developed and maintained automation test scripts using Selenium and Cucumber for business credit report validation and credit risk assessment workflow.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Automated regression test suites, reducing manual effort by 40%.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Collaborated with developers and business analysts to understand requirements and ensure test coverage.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Performed API testing using Postman and SOAP UI for credit data integrations.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Participated in daily scrum meetings, sprint planning, and retrospectives.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Received special recognition in the DNB Blue Bolt Hackathon for innovative ideas on PII detection in text data.</a:t>
            </a:r>
          </a:p>
          <a:p>
            <a:pPr marL="171450" marR="0" lvl="2" indent="-171450" algn="l" defTabSz="609585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Successfully led the testing efforts for a major product release, achieving a 99% defect-free delivery.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81CE90-F33D-6797-7679-809D5FD0AB21}"/>
              </a:ext>
            </a:extLst>
          </p:cNvPr>
          <p:cNvSpPr/>
          <p:nvPr/>
        </p:nvSpPr>
        <p:spPr>
          <a:xfrm>
            <a:off x="8637034" y="2009282"/>
            <a:ext cx="3467100" cy="28715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142859" marR="0" lvl="0" indent="-142859" algn="l" defTabSz="76191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Tx/>
              <a:buNone/>
              <a:tabLst>
                <a:tab pos="857152" algn="l"/>
              </a:tabLst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Arial" panose="020B0604020202020204" pitchFamily="34" charset="0"/>
              </a:rPr>
              <a:t>Overall Experience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6A2D2A-7185-754F-62DE-6624972C7786}"/>
              </a:ext>
            </a:extLst>
          </p:cNvPr>
          <p:cNvSpPr/>
          <p:nvPr/>
        </p:nvSpPr>
        <p:spPr>
          <a:xfrm>
            <a:off x="8584164" y="4596441"/>
            <a:ext cx="3467099" cy="2585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Verdana" panose="020B0604030504040204" pitchFamily="34" charset="0"/>
                <a:cs typeface="Arial" panose="020B0604020202020204" pitchFamily="34" charset="0"/>
              </a:rPr>
              <a:t>Education / Certification / 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901466-2B1F-6F55-80AD-E3618CDFBBE3}"/>
              </a:ext>
            </a:extLst>
          </p:cNvPr>
          <p:cNvSpPr txBox="1"/>
          <p:nvPr/>
        </p:nvSpPr>
        <p:spPr>
          <a:xfrm>
            <a:off x="8663469" y="4970887"/>
            <a:ext cx="3440665" cy="2017264"/>
          </a:xfrm>
          <a:prstGeom prst="rect">
            <a:avLst/>
          </a:prstGeom>
          <a:noFill/>
        </p:spPr>
        <p:txBody>
          <a:bodyPr wrap="square" lIns="91440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Banking and Financial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Selenium with Java – L1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TOSCA – AS1 and AS2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AWS Certified Cloud Practitioner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AWS Certified Solutions Architect - Associate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Education: </a:t>
            </a:r>
            <a:r>
              <a:rPr lang="en-US" sz="1000" dirty="0" err="1">
                <a:solidFill>
                  <a:srgbClr val="000000"/>
                </a:solidFill>
                <a:latin typeface="Arial" panose="020B0604020202020204" pitchFamily="34" charset="0"/>
              </a:rPr>
              <a:t>B.Tech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</a:rPr>
              <a:t> (Electronics and Communication Engineering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Google Shape;1202;g1d0ea571a19_0_3218">
            <a:extLst>
              <a:ext uri="{FF2B5EF4-FFF2-40B4-BE49-F238E27FC236}">
                <a16:creationId xmlns:a16="http://schemas.microsoft.com/office/drawing/2014/main" id="{85C31DD8-566D-4939-5ED7-CD75196D96DB}"/>
              </a:ext>
            </a:extLst>
          </p:cNvPr>
          <p:cNvSpPr txBox="1"/>
          <p:nvPr/>
        </p:nvSpPr>
        <p:spPr>
          <a:xfrm>
            <a:off x="8584163" y="2376205"/>
            <a:ext cx="3467099" cy="88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0" rIns="0" bIns="0" anchor="t" anchorCtr="0">
            <a:noAutofit/>
          </a:bodyPr>
          <a:lstStyle/>
          <a:p>
            <a:pPr marL="174625" lvl="0" indent="-174625" defTabSz="609585" fontAlgn="base" hangingPunct="0"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Areas of expertise includes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 Credit Risk Management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, Cards and Payments testing, Functional and Regression testing, System Integration Testing, User Acceptance Testing, Agile and Waterfall methodologies and E2E Test Management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70C09F-A165-0900-906A-7C19998268D4}"/>
              </a:ext>
            </a:extLst>
          </p:cNvPr>
          <p:cNvSpPr/>
          <p:nvPr/>
        </p:nvSpPr>
        <p:spPr>
          <a:xfrm>
            <a:off x="8637034" y="3421817"/>
            <a:ext cx="3467100" cy="28715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142859" marR="0" lvl="0" indent="-142859" algn="l" defTabSz="76191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Tx/>
              <a:buNone/>
              <a:tabLst>
                <a:tab pos="857152" algn="l"/>
              </a:tabLst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Arial" panose="020B0604020202020204" pitchFamily="34" charset="0"/>
              </a:rPr>
              <a:t>Industry Experience</a:t>
            </a:r>
          </a:p>
        </p:txBody>
      </p:sp>
      <p:sp>
        <p:nvSpPr>
          <p:cNvPr id="14" name="Google Shape;1202;g1d0ea571a19_0_3218">
            <a:extLst>
              <a:ext uri="{FF2B5EF4-FFF2-40B4-BE49-F238E27FC236}">
                <a16:creationId xmlns:a16="http://schemas.microsoft.com/office/drawing/2014/main" id="{5FE67493-A544-B1E1-EB2D-BAFF5477B486}"/>
              </a:ext>
            </a:extLst>
          </p:cNvPr>
          <p:cNvSpPr txBox="1"/>
          <p:nvPr/>
        </p:nvSpPr>
        <p:spPr>
          <a:xfrm>
            <a:off x="8584162" y="3797474"/>
            <a:ext cx="3467099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0" rIns="0" bIns="0" anchor="t" anchorCtr="0">
            <a:noAutofit/>
          </a:bodyPr>
          <a:lstStyle/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Banking &amp; Finance (OCBC Bank – Cards and Payments, Core Banking</a:t>
            </a:r>
          </a:p>
          <a:p>
            <a:pPr marL="174625" indent="-174625" defTabSz="609585" fontAlgn="base" hangingPunct="0"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Credit Risk Management (D&amp;B Finance Analytics - Business Credit Reports, Risk Solutions)</a:t>
            </a:r>
          </a:p>
          <a:p>
            <a:pPr marR="0" lvl="0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DDC002-81AF-0510-5DF4-55237ADFC8B7}"/>
              </a:ext>
            </a:extLst>
          </p:cNvPr>
          <p:cNvSpPr/>
          <p:nvPr/>
        </p:nvSpPr>
        <p:spPr>
          <a:xfrm>
            <a:off x="8584164" y="453069"/>
            <a:ext cx="3467100" cy="28715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142859" marR="0" lvl="0" indent="-142859" algn="l" defTabSz="76191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Tx/>
              <a:buNone/>
              <a:tabLst>
                <a:tab pos="857152" algn="l"/>
              </a:tabLst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MS PGothic" pitchFamily="34" charset="-128"/>
                <a:cs typeface="Arial" panose="020B0604020202020204" pitchFamily="34" charset="0"/>
              </a:rPr>
              <a:t>SKILLS</a:t>
            </a:r>
          </a:p>
        </p:txBody>
      </p:sp>
      <p:sp>
        <p:nvSpPr>
          <p:cNvPr id="16" name="Google Shape;1202;g1d0ea571a19_0_3218">
            <a:extLst>
              <a:ext uri="{FF2B5EF4-FFF2-40B4-BE49-F238E27FC236}">
                <a16:creationId xmlns:a16="http://schemas.microsoft.com/office/drawing/2014/main" id="{DF25CD78-33A7-0A47-3F90-9F4550B422E4}"/>
              </a:ext>
            </a:extLst>
          </p:cNvPr>
          <p:cNvSpPr txBox="1"/>
          <p:nvPr/>
        </p:nvSpPr>
        <p:spPr>
          <a:xfrm>
            <a:off x="8610600" y="816014"/>
            <a:ext cx="3467099" cy="118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0" rIns="0" bIns="0" anchor="t" anchorCtr="0">
            <a:noAutofit/>
          </a:bodyPr>
          <a:lstStyle/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Functional, regression, integration, and UAT testing</a:t>
            </a:r>
          </a:p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Defect reporting and tracking (e.g., JIRA, Bugzilla)</a:t>
            </a:r>
          </a:p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SQL/database validation, MYSQL, Linux, SIBS</a:t>
            </a:r>
          </a:p>
          <a:p>
            <a:pPr marL="174625" indent="-174625" defTabSz="609585" fontAlgn="base" hangingPunct="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Selenium WebDriver, BDD Cucumber, TestNG frameworks</a:t>
            </a:r>
          </a:p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Java</a:t>
            </a:r>
          </a:p>
          <a:p>
            <a:pPr marL="174625" marR="0" lvl="0" indent="-174625" algn="l" defTabSz="609585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API Testing using POSTMAN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596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622</Words>
  <Application>Microsoft Office PowerPoint</Application>
  <PresentationFormat>Widescreen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Suman Purkait – Software Development Engineer in Test 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Satish (Cognizant)</dc:creator>
  <cp:lastModifiedBy>Purkait, Suman (Cognizant)</cp:lastModifiedBy>
  <cp:revision>25</cp:revision>
  <dcterms:created xsi:type="dcterms:W3CDTF">2025-05-07T05:08:05Z</dcterms:created>
  <dcterms:modified xsi:type="dcterms:W3CDTF">2026-02-07T07:46:51Z</dcterms:modified>
</cp:coreProperties>
</file>